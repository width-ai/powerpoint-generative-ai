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73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2B76E-AA10-4E42-97A4-18AB6DD05CD5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015F3-B0B6-419B-B5E7-7FFF3CC32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37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399" y="1333500"/>
            <a:ext cx="3191469" cy="18562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1933" y="3467100"/>
            <a:ext cx="6248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AC4E27"/>
                </a:solidFill>
                <a:latin typeface="Wulkan Display Medium" pitchFamily="50" charset="0"/>
              </a:rPr>
              <a:t>Transformational Soul Coach </a:t>
            </a:r>
            <a:r>
              <a:rPr lang="en-US" sz="4800" dirty="0" smtClean="0">
                <a:solidFill>
                  <a:srgbClr val="AC4E27"/>
                </a:solidFill>
                <a:latin typeface="Wulkan Display Medium" pitchFamily="50" charset="0"/>
              </a:rPr>
              <a:t>Training</a:t>
            </a:r>
            <a:endParaRPr lang="en-US" sz="4800" dirty="0" smtClean="0">
              <a:solidFill>
                <a:srgbClr val="AC4E27"/>
              </a:solidFill>
              <a:latin typeface="Wulkan Display Medium" pitchFamily="5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5895" cy="10286999"/>
            <a:chOff x="0" y="0"/>
            <a:chExt cx="18285895" cy="10286999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2979420" cy="10271125"/>
            </a:xfrm>
            <a:custGeom>
              <a:avLst/>
              <a:gdLst/>
              <a:ahLst/>
              <a:cxnLst/>
              <a:rect l="l" t="t" r="r" b="b"/>
              <a:pathLst>
                <a:path w="2979420" h="10271125">
                  <a:moveTo>
                    <a:pt x="0" y="0"/>
                  </a:moveTo>
                  <a:lnTo>
                    <a:pt x="2979220" y="0"/>
                  </a:lnTo>
                  <a:lnTo>
                    <a:pt x="2979220" y="10270926"/>
                  </a:lnTo>
                  <a:lnTo>
                    <a:pt x="0" y="102709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79221" y="5781293"/>
              <a:ext cx="15306674" cy="4505706"/>
            </a:xfrm>
            <a:prstGeom prst="rect">
              <a:avLst/>
            </a:prstGeom>
          </p:spPr>
        </p:pic>
      </p:grpSp>
      <p:pic>
        <p:nvPicPr>
          <p:cNvPr id="13" name="object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086" y="551633"/>
            <a:ext cx="2476499" cy="1439801"/>
          </a:xfrm>
          <a:prstGeom prst="rect">
            <a:avLst/>
          </a:prstGeom>
        </p:spPr>
      </p:pic>
      <p:sp>
        <p:nvSpPr>
          <p:cNvPr id="15" name="object 6"/>
          <p:cNvSpPr txBox="1"/>
          <p:nvPr/>
        </p:nvSpPr>
        <p:spPr>
          <a:xfrm>
            <a:off x="588555" y="8805545"/>
            <a:ext cx="1802130" cy="437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965">
              <a:lnSpc>
                <a:spcPct val="114599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Copyright</a:t>
            </a:r>
            <a:r>
              <a:rPr sz="1200" spc="-15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 </a:t>
            </a:r>
            <a:r>
              <a:rPr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Calibri"/>
              </a:rPr>
              <a:t>©</a:t>
            </a:r>
            <a:r>
              <a:rPr sz="1200" spc="85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Calibri"/>
              </a:rPr>
              <a:t> </a:t>
            </a:r>
            <a:r>
              <a:rPr sz="1200" spc="-20" dirty="0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202</a:t>
            </a:r>
            <a:r>
              <a:rPr lang="en-US" sz="1200" spc="-20" dirty="0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5</a:t>
            </a:r>
            <a:r>
              <a:rPr sz="1200" spc="-20" dirty="0" smtClean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 </a:t>
            </a:r>
            <a:r>
              <a:rPr sz="120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Sedona Soul </a:t>
            </a:r>
            <a:r>
              <a:rPr sz="1200" spc="-10" dirty="0">
                <a:solidFill>
                  <a:srgbClr val="FFFFFF"/>
                </a:solidFill>
                <a:latin typeface="Inter" panose="02000503000000020004" pitchFamily="2" charset="0"/>
                <a:ea typeface="Inter" panose="02000503000000020004" pitchFamily="2" charset="0"/>
                <a:cs typeface="Aurel"/>
              </a:rPr>
              <a:t>Adventures</a:t>
            </a:r>
            <a:endParaRPr sz="1200" dirty="0">
              <a:latin typeface="Inter" panose="02000503000000020004" pitchFamily="2" charset="0"/>
              <a:ea typeface="Inter" panose="02000503000000020004" pitchFamily="2" charset="0"/>
              <a:cs typeface="Aur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7211</TotalTime>
  <Words>11</Words>
  <Application>Microsoft Office PowerPoint</Application>
  <PresentationFormat>Custom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Aurel</vt:lpstr>
      <vt:lpstr>Calibri</vt:lpstr>
      <vt:lpstr>Inter</vt:lpstr>
      <vt:lpstr>Wulkan Display Medium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Copyright © 2023 Sedona Soul Adventures</dc:title>
  <dc:creator>Sedona Soul Adventures</dc:creator>
  <cp:keywords>DAFYJTOVT-Y,BAEkroPnpCs</cp:keywords>
  <cp:lastModifiedBy>Windows User</cp:lastModifiedBy>
  <cp:revision>237</cp:revision>
  <dcterms:created xsi:type="dcterms:W3CDTF">2023-01-20T03:22:33Z</dcterms:created>
  <dcterms:modified xsi:type="dcterms:W3CDTF">2025-12-15T17:20:03Z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2023-01-19T00:00:00Z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2023-01-19T00:00:00Z</vt:filetime>
  </property>
</Properties>
</file>